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🏴‍☠️ 海贼王知识库问答系统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基于AI大模型的智能问答助手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探索伟大航路，解答你的海贼王疑问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D700"/>
                </a:solidFill>
              </a:defRPr>
            </a:pPr>
            <a:r>
              <a:t>核心功能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00984" cy="224028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30266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FFD700"/>
                </a:solidFill>
              </a:defRPr>
            </a:pPr>
            <a:r>
              <a:t>🤖 智能问答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基于大语言模型，理解用户自然语言提问，提供精准、详细的回答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280160"/>
            <a:ext cx="3300984" cy="224028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1144" y="1554480"/>
            <a:ext cx="30266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FFD700"/>
                </a:solidFill>
              </a:defRPr>
            </a:pPr>
            <a:r>
              <a:t>📚 丰富知识库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包含人物、果实、事件、世界观等10+类专业数据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82128" y="1280160"/>
            <a:ext cx="3300984" cy="224028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1554480"/>
            <a:ext cx="30266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FFD700"/>
                </a:solidFill>
              </a:defRPr>
            </a:pPr>
            <a:r>
              <a:t>🔍 精准检索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基于向量数据库的语义检索，快速匹配相关知识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3300984" cy="224028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30266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FFD700"/>
                </a:solidFill>
              </a:defRPr>
            </a:pPr>
            <a:r>
              <a:t>💬 对话交互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支持多轮对话、历史记录、快捷提问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3794760"/>
            <a:ext cx="3300984" cy="224028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4069080"/>
            <a:ext cx="30266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FFD700"/>
                </a:solidFill>
              </a:defRPr>
            </a:pPr>
            <a:r>
              <a:t>🚀 流式输出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支持SSE流式响应，答案实时输出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8" y="3794760"/>
            <a:ext cx="3300984" cy="224028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4069080"/>
            <a:ext cx="30266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FFD700"/>
                </a:solidFill>
              </a:defRPr>
            </a:pPr>
            <a:r>
              <a:t>📱 响应式设计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完美适配桌面端和移动端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D700"/>
                </a:solidFill>
              </a:defRPr>
            </a:pPr>
            <a:r>
              <a:t>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274320" cy="822960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D700"/>
                </a:solidFill>
              </a:defRPr>
            </a:pPr>
            <a:r>
              <a:t>FastAPI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高性能Python Web框架，支持异步处理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40280"/>
            <a:ext cx="274320" cy="822960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402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D700"/>
                </a:solidFill>
              </a:defRPr>
            </a:pPr>
            <a:r>
              <a:t>LangChain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LLM应用开发框架，提供RAG能力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274320" cy="822960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D700"/>
                </a:solidFill>
              </a:defRPr>
            </a:pPr>
            <a:r>
              <a:t>ChromaDB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轻量级向量数据库，高效存储检索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60520"/>
            <a:ext cx="274320" cy="822960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60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D700"/>
                </a:solidFill>
              </a:defRPr>
            </a:pPr>
            <a:r>
              <a:t>DashScope Embeddings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阿里云向量嵌入服务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120640"/>
            <a:ext cx="274320" cy="822960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1206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D700"/>
                </a:solidFill>
              </a:defRPr>
            </a:pPr>
            <a:r>
              <a:t>OpenAI LLM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大语言模型，强大的自然语言能力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080760"/>
            <a:ext cx="274320" cy="822960"/>
          </a:xfrm>
          <a:prstGeom prst="rect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60807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D700"/>
                </a:solidFill>
              </a:defRPr>
            </a:pPr>
            <a:r>
              <a:t>HTML/CSS/JS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现代化前端技术，精美交互界面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D700"/>
                </a:solidFill>
              </a:defRPr>
            </a:pPr>
            <a:r>
              <a:t>知识库内容</a:t>
            </a:r>
          </a:p>
          <a:p>
            <a:pPr>
              <a:defRPr sz="1600">
                <a:solidFill>
                  <a:srgbClr val="B4B4B4"/>
                </a:solidFill>
              </a:defRPr>
            </a:pPr>
            <a:r>
              <a:t>10大类专业数据，涵盖海贼王全系列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91640"/>
            <a:ext cx="4905756" cy="786384"/>
          </a:xfrm>
          <a:prstGeom prst="roundRect">
            <a:avLst/>
          </a:prstGeom>
          <a:solidFill>
            <a:srgbClr val="142341"/>
          </a:solidFill>
          <a:ln>
            <a:solidFill>
              <a:srgbClr val="32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4357116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>
                <a:sym typeface="+mn-ea"/>
              </a:rPr>
              <a:t>人物库</a:t>
            </a:r>
            <a:endParaRPr>
              <a:sym typeface="+mn-ea"/>
            </a:endParaRPr>
          </a:p>
          <a:p>
            <a:pPr>
              <a:defRPr sz="1200">
                <a:solidFill>
                  <a:srgbClr val="B4B4B4"/>
                </a:solidFill>
              </a:defRPr>
            </a:pPr>
            <a:r>
              <a:rPr>
                <a:sym typeface="+mn-ea"/>
              </a:rPr>
              <a:t>主要角色详细档案</a:t>
            </a:r>
            <a:endParaRPr>
              <a:sym typeface="+mn-ea"/>
            </a:endParaRPr>
          </a:p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👤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6" y="1645920"/>
            <a:ext cx="4905756" cy="786384"/>
          </a:xfrm>
          <a:prstGeom prst="roundRect">
            <a:avLst/>
          </a:prstGeom>
          <a:solidFill>
            <a:srgbClr val="142341"/>
          </a:solidFill>
          <a:ln>
            <a:solidFill>
              <a:srgbClr val="32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6" y="1538605"/>
            <a:ext cx="43571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🍎 恶魔果实</a:t>
            </a:r>
          </a:p>
          <a:p>
            <a:pPr>
              <a:defRPr sz="1200">
                <a:solidFill>
                  <a:srgbClr val="B4B4B4"/>
                </a:solidFill>
              </a:defRPr>
            </a:pPr>
            <a:r>
              <a:t>果实能力详解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15184"/>
            <a:ext cx="4905756" cy="786384"/>
          </a:xfrm>
          <a:prstGeom prst="roundRect">
            <a:avLst/>
          </a:prstGeom>
          <a:solidFill>
            <a:srgbClr val="142341"/>
          </a:solidFill>
          <a:ln>
            <a:solidFill>
              <a:srgbClr val="32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78024"/>
            <a:ext cx="43571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👑 四皇档案</a:t>
            </a:r>
          </a:p>
          <a:p>
            <a:pPr>
              <a:defRPr sz="1200">
                <a:solidFill>
                  <a:srgbClr val="B4B4B4"/>
                </a:solidFill>
              </a:defRPr>
            </a:pPr>
            <a:r>
              <a:t>四皇势力完整资料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4476" y="2615184"/>
            <a:ext cx="4905756" cy="786384"/>
          </a:xfrm>
          <a:prstGeom prst="roundRect">
            <a:avLst/>
          </a:prstGeom>
          <a:solidFill>
            <a:srgbClr val="142341"/>
          </a:solidFill>
          <a:ln>
            <a:solidFill>
              <a:srgbClr val="32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6891" y="2469134"/>
            <a:ext cx="43571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⚓ 七武海</a:t>
            </a:r>
          </a:p>
          <a:p>
            <a:pPr>
              <a:defRPr sz="1200">
                <a:solidFill>
                  <a:srgbClr val="B4B4B4"/>
                </a:solidFill>
              </a:defRPr>
            </a:pPr>
            <a:r>
              <a:t>历代王下七武海详解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84448"/>
            <a:ext cx="4905756" cy="786384"/>
          </a:xfrm>
          <a:prstGeom prst="roundRect">
            <a:avLst/>
          </a:prstGeom>
          <a:solidFill>
            <a:srgbClr val="142341"/>
          </a:solidFill>
          <a:ln>
            <a:solidFill>
              <a:srgbClr val="32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72688"/>
            <a:ext cx="43571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🔱 海军高层</a:t>
            </a:r>
          </a:p>
          <a:p>
            <a:pPr>
              <a:defRPr sz="1200">
                <a:solidFill>
                  <a:srgbClr val="B4B4B4"/>
                </a:solidFill>
              </a:defRPr>
            </a:pPr>
            <a:r>
              <a:t>海军本部将领档案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3584448"/>
            <a:ext cx="4905756" cy="786384"/>
          </a:xfrm>
          <a:prstGeom prst="roundRect">
            <a:avLst/>
          </a:prstGeom>
          <a:solidFill>
            <a:srgbClr val="142341"/>
          </a:solidFill>
          <a:ln>
            <a:solidFill>
              <a:srgbClr val="32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8796" y="3399663"/>
            <a:ext cx="43571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📢 革命军</a:t>
            </a:r>
          </a:p>
          <a:p>
            <a:pPr>
              <a:defRPr sz="1200">
                <a:solidFill>
                  <a:srgbClr val="B4B4B4"/>
                </a:solidFill>
              </a:defRPr>
            </a:pPr>
            <a:r>
              <a:t>革命军势力完整档案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53712"/>
            <a:ext cx="4905756" cy="786384"/>
          </a:xfrm>
          <a:prstGeom prst="roundRect">
            <a:avLst/>
          </a:prstGeom>
          <a:solidFill>
            <a:srgbClr val="142341"/>
          </a:solidFill>
          <a:ln>
            <a:solidFill>
              <a:srgbClr val="32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429887"/>
            <a:ext cx="43571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🚢 海贼团</a:t>
            </a:r>
          </a:p>
          <a:p>
            <a:pPr>
              <a:defRPr sz="1200">
                <a:solidFill>
                  <a:srgbClr val="B4B4B4"/>
                </a:solidFill>
              </a:defRPr>
            </a:pPr>
            <a:r>
              <a:t>各大海贼团介绍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4476" y="4553712"/>
            <a:ext cx="4905756" cy="786384"/>
          </a:xfrm>
          <a:prstGeom prst="roundRect">
            <a:avLst/>
          </a:prstGeom>
          <a:solidFill>
            <a:srgbClr val="142341"/>
          </a:solidFill>
          <a:ln>
            <a:solidFill>
              <a:srgbClr val="32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6256" y="4393692"/>
            <a:ext cx="43571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🌑 黑暗世界</a:t>
            </a:r>
          </a:p>
          <a:p>
            <a:pPr>
              <a:defRPr sz="1200">
                <a:solidFill>
                  <a:srgbClr val="B4B4B4"/>
                </a:solidFill>
              </a:defRPr>
            </a:pPr>
            <a:r>
              <a:t>地下势力帝王档案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522976"/>
            <a:ext cx="4905756" cy="786384"/>
          </a:xfrm>
          <a:prstGeom prst="roundRect">
            <a:avLst/>
          </a:prstGeom>
          <a:solidFill>
            <a:srgbClr val="142341"/>
          </a:solidFill>
          <a:ln>
            <a:solidFill>
              <a:srgbClr val="32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3170" y="5386451"/>
            <a:ext cx="43571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📅 重大事件</a:t>
            </a:r>
          </a:p>
          <a:p>
            <a:pPr>
              <a:defRPr sz="1200">
                <a:solidFill>
                  <a:srgbClr val="B4B4B4"/>
                </a:solidFill>
              </a:defRPr>
            </a:pPr>
            <a:r>
              <a:t>时间线完整梳理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4476" y="5522976"/>
            <a:ext cx="4905756" cy="786384"/>
          </a:xfrm>
          <a:prstGeom prst="roundRect">
            <a:avLst/>
          </a:prstGeom>
          <a:solidFill>
            <a:srgbClr val="142341"/>
          </a:solidFill>
          <a:ln>
            <a:solidFill>
              <a:srgbClr val="32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8796" y="5386451"/>
            <a:ext cx="43571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🌍 世界观</a:t>
            </a:r>
          </a:p>
          <a:p>
            <a:pPr>
              <a:defRPr sz="1200">
                <a:solidFill>
                  <a:srgbClr val="B4B4B4"/>
                </a:solidFill>
              </a:defRPr>
            </a:pPr>
            <a:r>
              <a:t>海贼王世界框架介绍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D700"/>
                </a:solidFill>
              </a:defRPr>
            </a:pPr>
            <a:r>
              <a:t>界面展示</a:t>
            </a:r>
          </a:p>
          <a:p>
            <a:pPr>
              <a:defRPr sz="1600">
                <a:solidFill>
                  <a:srgbClr val="B4B4B4"/>
                </a:solidFill>
              </a:defRPr>
            </a:pPr>
            <a:r>
              <a:t>精美设计，海贼王主题风格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✦ 深蓝色航海主题背景，金色文字点缀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✦ 知识导航、人物卡片、历史记录三大侧边栏模块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✦ 热门问题快捷入口，一键提问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✦ 流畅的对话交互体验，支持流式输出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✦ 响应式布局，适配各种屏幕尺寸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280160"/>
            <a:ext cx="5029200" cy="484632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7373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200"/>
              </a:spcAft>
              <a:defRPr sz="1800" b="1">
                <a:solidFill>
                  <a:srgbClr val="FFD700"/>
                </a:solidFill>
              </a:defRPr>
            </a:pPr>
            <a:r>
              <a:t>🏴‍☠️ 海贼王知识库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你好！我是海贼王专属知识库问答机器人...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5669280"/>
            <a:ext cx="3657600" cy="548640"/>
          </a:xfrm>
          <a:prstGeom prst="rect">
            <a:avLst/>
          </a:prstGeom>
          <a:solidFill>
            <a:srgbClr val="28375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0" y="5669280"/>
            <a:ext cx="731520" cy="548640"/>
          </a:xfrm>
          <a:prstGeom prst="roundRect">
            <a:avLst/>
          </a:prstGeom>
          <a:solidFill>
            <a:srgbClr val="FFD7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41705" y="14351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D700"/>
                </a:solidFill>
              </a:defRPr>
            </a:pPr>
            <a:r>
              <a:t>使用场景</a:t>
            </a:r>
          </a:p>
          <a:p>
            <a:pPr>
              <a:defRPr sz="1600">
                <a:solidFill>
                  <a:srgbClr val="B4B4B4"/>
                </a:solidFill>
              </a:defRPr>
            </a:pPr>
            <a:r>
              <a:t>适用于多种海贼王知识查询需求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4905756" cy="2240280"/>
          </a:xfrm>
          <a:prstGeom prst="roundRect">
            <a:avLst/>
          </a:prstGeom>
          <a:solidFill>
            <a:srgbClr val="1A2A4A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42656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🎮 动漫迷查询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快速了解人物背景、能力设定、剧情走向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6" y="1280160"/>
            <a:ext cx="4905756" cy="2240280"/>
          </a:xfrm>
          <a:prstGeom prst="roundRect">
            <a:avLst/>
          </a:prstGeom>
          <a:solidFill>
            <a:srgbClr val="1A2A4A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0236" y="1554480"/>
            <a:ext cx="42656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📝 创作参考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为同人创作提供准确的人物设定和世界观资料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94760"/>
            <a:ext cx="4905756" cy="2240280"/>
          </a:xfrm>
          <a:prstGeom prst="roundRect">
            <a:avLst/>
          </a:prstGeom>
          <a:solidFill>
            <a:srgbClr val="1A2A4A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069080"/>
            <a:ext cx="42656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👨‍🏫 知识学习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系统化学习海贼王知识体系，深入理解作品内涵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4476" y="3794760"/>
            <a:ext cx="4905756" cy="2240280"/>
          </a:xfrm>
          <a:prstGeom prst="roundRect">
            <a:avLst/>
          </a:prstGeom>
          <a:solidFill>
            <a:srgbClr val="1A2A4A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0236" y="4069080"/>
            <a:ext cx="426567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👥 社群讨论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为粉丝社群讨论提供准确的数据支撑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800"/>
              </a:spcAft>
              <a:defRPr sz="5000"/>
            </a:pPr>
            <a:r>
              <a:t>🎉</a:t>
            </a:r>
          </a:p>
          <a:p>
            <a:pPr algn="ctr">
              <a:defRPr sz="3200" b="1">
                <a:solidFill>
                  <a:srgbClr val="FFD700"/>
                </a:solidFill>
              </a:defRPr>
            </a:pPr>
            <a:r>
              <a:t>探索伟大航路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lnSpc>
                <a:spcPts val="1600"/>
              </a:lnSpc>
              <a:defRPr sz="1600">
                <a:solidFill>
                  <a:srgbClr val="FFFFFF"/>
                </a:solidFill>
              </a:defRPr>
            </a:pPr>
            <a:r>
              <a:t>海贼王知识库问答系统，为所有海贼迷提供专业、准确、全面的海贼王知识查询服务。</a:t>
            </a:r>
            <a:br/>
            <a:r>
              <a:t>无论是人物档案、恶魔果实、重大事件还是世界观设定，都能为您一一解答！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5303520"/>
            <a:ext cx="3657600" cy="731520"/>
          </a:xfrm>
          <a:prstGeom prst="roundRect">
            <a:avLst/>
          </a:prstGeom>
          <a:solidFill>
            <a:srgbClr val="283C64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522478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 b="1">
                <a:solidFill>
                  <a:srgbClr val="FFD700"/>
                </a:solidFill>
              </a:defRPr>
            </a:pPr>
            <a:r>
              <a:t>ONE PIECE!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WPS 演示</Application>
  <PresentationFormat>On-screen Show (4:3)</PresentationFormat>
  <Paragraphs>118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🏴‍☠️ 海贼王知识库问答系统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空。</cp:lastModifiedBy>
  <cp:revision>2</cp:revision>
  <dcterms:created xsi:type="dcterms:W3CDTF">2013-01-27T09:14:00Z</dcterms:created>
  <dcterms:modified xsi:type="dcterms:W3CDTF">2026-07-16T11:12:18Z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7B5B23B5762D4BEC8DF6A47DD2A85D22_12</vt:lpwstr>
  </property>
  <property fmtid="{D5CDD505-2E9C-101B-9397-08002B2CF9AE}" pid="3" name="KSOProductBuildVer">
    <vt:lpwstr>2052-12.1.0.26895</vt:lpwstr>
  </property>
</Properties>
</file>